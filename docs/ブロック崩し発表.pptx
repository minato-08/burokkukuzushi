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2" r:id="rId3"/>
    <p:sldId id="274" r:id="rId4"/>
    <p:sldId id="273" r:id="rId5"/>
    <p:sldId id="267" r:id="rId6"/>
    <p:sldId id="257" r:id="rId7"/>
    <p:sldId id="258" r:id="rId8"/>
    <p:sldId id="259" r:id="rId9"/>
    <p:sldId id="268" r:id="rId10"/>
    <p:sldId id="276" r:id="rId11"/>
    <p:sldId id="270" r:id="rId12"/>
    <p:sldId id="271" r:id="rId13"/>
    <p:sldId id="264" r:id="rId14"/>
    <p:sldId id="265" r:id="rId15"/>
    <p:sldId id="272" r:id="rId16"/>
    <p:sldId id="275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2"/>
    <p:restoredTop sz="94658"/>
  </p:normalViewPr>
  <p:slideViewPr>
    <p:cSldViewPr snapToGrid="0">
      <p:cViewPr varScale="1">
        <p:scale>
          <a:sx n="120" d="100"/>
          <a:sy n="120" d="100"/>
        </p:scale>
        <p:origin x="1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DBFBC-C5AA-F146-BDB5-F758A28E7156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A3121-DE80-7E40-9D79-9B89228CA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528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A3121-DE80-7E40-9D79-9B89228CA751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574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A3121-DE80-7E40-9D79-9B89228CA75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349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A3121-DE80-7E40-9D79-9B89228CA751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9104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A3121-DE80-7E40-9D79-9B89228CA751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0698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A3121-DE80-7E40-9D79-9B89228CA751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768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A3121-DE80-7E40-9D79-9B89228CA751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770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9A2EE4-FD14-98AE-E8B1-179349F20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n-lt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F31A3F-56BB-5B61-6469-6DA7E3199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92056B-12F9-4B9E-A69B-CBF2FB6E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3E7639-7018-9B74-8D35-3FEA303E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C66BBE-16CC-231D-148A-0F4ECC3F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31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3A8CD-1478-5792-CA98-6D9E06A8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EC4453-EBDB-4D52-D695-F55223BBA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C7BFB6-67AA-AB20-8F1F-904396D8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A5FCFC-1A1C-F166-0E37-46EFFF0D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E04CF7-1A6B-C1BF-B322-E6DCFC49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59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2D49BE-DA36-F518-9BE3-736E03941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7188FA-C382-0BE6-DF6F-1CECDC7EF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5211EA-C33F-960D-F85D-E81846A49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882105-3D5F-06C5-C355-1B97C11A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C2C32A-9EF0-A824-949A-E65AFA10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05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8D17F1-6E77-4A52-0D40-76506645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41F865-AE02-644C-4B23-058B3EADE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B1BC5E-2B7E-4852-6945-D03B52DF2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7FF835-AC29-ACAB-3D22-18D175BD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4586C2-47CA-4BFA-28AB-2C604B17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BF2DD6-611D-DB42-32F7-D9E8C99E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CAA2BD-E675-E23C-ACA1-6D396AB5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89A8C8-40B7-D856-4F30-B459F2D4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E7E852-A647-4C15-107B-3A2692031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E0D2B4-C223-36FD-EAD0-2CC72FDCC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F7AEC4C-0FCA-2729-4F93-CE7566DF3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664F5A1-90D7-006B-816A-4102E48A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472D37-4654-72F0-94BA-C6468350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F5FCA1E-B5F6-B622-6995-B15E28AE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0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EF7BB-C0A9-6459-6098-5382F3EE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D307FE-0DD9-B74D-CCD7-5EEC4C739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D8302FA-1921-CCDE-09ED-1A738825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F10A4C-BD59-6025-799D-C099BF7E5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707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37E75CC-BE99-F3F0-2AB1-4DFFE5C8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0C221CE-776D-A0E9-F2D7-FDF3ABC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A60D13-9578-33B0-A8EE-7C58A603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906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6AD18-8E3F-E813-1280-BAB342FA3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9C7417-FE4C-B478-F477-EE7DB5598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671E19-D88E-6BBC-294A-6233AC6E8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34C517-A133-455F-13B0-A25FD541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653DA5-D166-BDF2-3C63-46592ECB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BE5B95-45BB-5271-B49E-E49D60F4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076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4135F0-7F47-8749-AFF8-759C7E725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3CFD73-33A1-7645-D004-7FEFAD092C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5F51A9-C78A-0D74-068D-901AAB433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C7FFBB-4B92-75D5-44D4-0AAD7128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79CF06-CF32-C7AC-CC16-763FB9BA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F6A236-3B29-41E6-8C7A-41D8EA3EC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942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68C242-40DB-219F-27B1-BE5198B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8BF8C67-8EBC-C344-4330-E47FFC2EB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C1EB5B-0D1F-C616-1353-A68383DE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B6D362-632D-F69F-4689-E285B0693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1C78E4-841B-F702-92AB-DF6B860D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723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AA7156D-C975-A8B7-8979-C1EFEC1F9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2B0AFC-4C0C-70D1-297F-2FAC16B65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5FFD77-CE72-5C76-8F59-B0810B90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F1EE84-843F-8494-BB00-FC04C5D7B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914F3A-C4B3-46CF-0EB4-1718A76F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6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7C1D401-310D-EFEA-3DA9-45043C6D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3CD7EC-E204-50BF-3E75-ED1299AEF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1DFE5F-8789-CD16-A481-109A66B6C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2F232-1CEE-D243-8E02-FA693919EC2B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56DEDA-530A-7CB5-3C16-53889774C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42558-95FA-2200-4277-872C145EF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1DD65-43AF-E64D-A304-C794CCDB8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151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i="0" kern="1200">
          <a:solidFill>
            <a:schemeClr val="tx1"/>
          </a:solidFill>
          <a:latin typeface="+mn-lt"/>
          <a:ea typeface="Hiragino Kaku Gothic ProN W3" panose="020B03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i="0" kern="1200">
          <a:solidFill>
            <a:schemeClr val="tx1"/>
          </a:solidFill>
          <a:latin typeface="Hiragino Kaku Gothic ProN W3" panose="020B0300000000000000" pitchFamily="34" charset="-128"/>
          <a:ea typeface="Hiragino Kaku Gothic ProN W3" panose="020B03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i="0" kern="1200">
          <a:solidFill>
            <a:schemeClr val="tx1"/>
          </a:solidFill>
          <a:latin typeface="Hiragino Kaku Gothic ProN W3" panose="020B0300000000000000" pitchFamily="34" charset="-128"/>
          <a:ea typeface="Hiragino Kaku Gothic ProN W3" panose="020B03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i="0" kern="1200">
          <a:solidFill>
            <a:schemeClr val="tx1"/>
          </a:solidFill>
          <a:latin typeface="Hiragino Kaku Gothic ProN W3" panose="020B0300000000000000" pitchFamily="34" charset="-128"/>
          <a:ea typeface="Hiragino Kaku Gothic ProN W3" panose="020B03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Hiragino Kaku Gothic ProN W3" panose="020B0300000000000000" pitchFamily="34" charset="-128"/>
          <a:ea typeface="Hiragino Kaku Gothic ProN W3" panose="020B03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Hiragino Kaku Gothic ProN W3" panose="020B0300000000000000" pitchFamily="34" charset="-128"/>
          <a:ea typeface="Hiragino Kaku Gothic ProN W3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F9E52-B954-B765-2B69-1C4ED845E4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b="1"/>
              <a:t>ブロック崩しの改造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B5C6A30-491D-5D36-10D9-48FF7CB19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情報デザイン学科</a:t>
            </a:r>
            <a:r>
              <a:rPr kumimoji="1" lang="en-US" altLang="ja-JP" dirty="0"/>
              <a:t> 1</a:t>
            </a:r>
            <a:r>
              <a:rPr kumimoji="1" lang="ja-JP" altLang="en-US"/>
              <a:t>年</a:t>
            </a:r>
            <a:r>
              <a:rPr kumimoji="1" lang="en-US" altLang="ja-JP" dirty="0"/>
              <a:t> </a:t>
            </a:r>
            <a:r>
              <a:rPr lang="ja-JP" altLang="en-US"/>
              <a:t>板谷越湊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29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D3599-7944-B458-C583-721D4774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ゲーム紹介</a:t>
            </a:r>
            <a:endParaRPr kumimoji="1" lang="ja-JP" altLang="en-US" b="1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1F7654-AD60-7F43-A8E1-6EB02E2D0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二人対戦のブロック崩し</a:t>
            </a:r>
            <a:endParaRPr kumimoji="1" lang="en-US" altLang="ja-JP" dirty="0"/>
          </a:p>
          <a:p>
            <a:r>
              <a:rPr lang="ja-JP" altLang="en-US"/>
              <a:t>スキルあり</a:t>
            </a:r>
            <a:endParaRPr lang="en-US" altLang="ja-JP" dirty="0"/>
          </a:p>
          <a:p>
            <a:r>
              <a:rPr kumimoji="1" lang="ja-JP" altLang="en-US"/>
              <a:t>アイテムあり</a:t>
            </a:r>
            <a:endParaRPr kumimoji="1" lang="en-US" altLang="ja-JP" dirty="0"/>
          </a:p>
          <a:p>
            <a:r>
              <a:rPr kumimoji="1" lang="en-US" altLang="ja-JP" dirty="0"/>
              <a:t>HP</a:t>
            </a:r>
            <a:r>
              <a:rPr kumimoji="1" lang="ja-JP" altLang="en-US"/>
              <a:t>制</a:t>
            </a:r>
            <a:endParaRPr kumimoji="1" lang="en-US" altLang="ja-JP" dirty="0"/>
          </a:p>
          <a:p>
            <a:r>
              <a:rPr lang="ja-JP" altLang="en-US"/>
              <a:t>テトリス９９みたいなイメージ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84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E3C54-13CC-34AB-AB5E-FF6F9E3D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24BF471-F87E-FF36-D46E-63DBBF89E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621" y="-10113"/>
            <a:ext cx="12341241" cy="687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5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対戦の駆け引き</a:t>
            </a:r>
            <a:r>
              <a:rPr lang="ja-JP" altLang="en-US" b="1"/>
              <a:t> </a:t>
            </a:r>
            <a:r>
              <a:rPr lang="en-US" altLang="ja-JP" b="1" dirty="0"/>
              <a:t>―</a:t>
            </a:r>
            <a:r>
              <a:rPr lang="ja-JP" altLang="en-US" b="1"/>
              <a:t>「速く崩す」だけでは勝てない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攻撃は</a:t>
            </a:r>
            <a:r>
              <a:rPr lang="ja-JP" altLang="en-US"/>
              <a:t>プレイヤーの操作</a:t>
            </a:r>
            <a:r>
              <a:rPr dirty="0" err="1"/>
              <a:t>を経由する</a:t>
            </a:r>
            <a:endParaRPr dirty="0"/>
          </a:p>
          <a:p>
            <a:pPr lvl="1"/>
            <a:r>
              <a:rPr dirty="0" err="1"/>
              <a:t>攻撃アイテムをパドルで取った時だけ、相手に妨害が飛ぶ</a:t>
            </a:r>
            <a:endParaRPr dirty="0"/>
          </a:p>
          <a:p>
            <a:pPr lvl="1"/>
            <a:r>
              <a:rPr dirty="0" err="1"/>
              <a:t>コンボで自動で飛ぶ仕様は、あえて廃止</a:t>
            </a:r>
            <a:r>
              <a:rPr dirty="0"/>
              <a:t>（＝</a:t>
            </a:r>
            <a:r>
              <a:rPr dirty="0" err="1"/>
              <a:t>能動的な選択にした</a:t>
            </a:r>
            <a:r>
              <a:rPr dirty="0"/>
              <a:t>）</a:t>
            </a:r>
          </a:p>
          <a:p>
            <a:r>
              <a:rPr dirty="0" err="1"/>
              <a:t>送り込める妨害</a:t>
            </a:r>
            <a:endParaRPr dirty="0"/>
          </a:p>
          <a:p>
            <a:pPr lvl="1"/>
            <a:r>
              <a:rPr dirty="0" err="1"/>
              <a:t>妨害ブロック行</a:t>
            </a:r>
            <a:r>
              <a:rPr dirty="0"/>
              <a:t> / </a:t>
            </a:r>
            <a:r>
              <a:rPr dirty="0" err="1"/>
              <a:t>毒ゾーン</a:t>
            </a:r>
            <a:r>
              <a:rPr dirty="0"/>
              <a:t> / </a:t>
            </a:r>
            <a:r>
              <a:rPr dirty="0" err="1"/>
              <a:t>減速ゾーン</a:t>
            </a:r>
            <a:r>
              <a:rPr dirty="0"/>
              <a:t> / </a:t>
            </a:r>
            <a:r>
              <a:rPr dirty="0" err="1"/>
              <a:t>相手ブロックを硬化</a:t>
            </a:r>
            <a:endParaRPr dirty="0"/>
          </a:p>
          <a:p>
            <a:r>
              <a:rPr dirty="0" err="1"/>
              <a:t>罠アイテム</a:t>
            </a:r>
            <a:r>
              <a:rPr dirty="0"/>
              <a:t> ＝ </a:t>
            </a:r>
            <a:r>
              <a:rPr dirty="0" err="1"/>
              <a:t>強化の“色違い</a:t>
            </a:r>
            <a:r>
              <a:rPr dirty="0"/>
              <a:t>”</a:t>
            </a:r>
          </a:p>
          <a:p>
            <a:pPr lvl="1"/>
            <a:r>
              <a:rPr dirty="0" err="1"/>
              <a:t>取ると操作反転などの不利。取る前の見極めもスキル</a:t>
            </a:r>
            <a:endParaRPr dirty="0"/>
          </a:p>
          <a:p>
            <a:r>
              <a:rPr dirty="0" err="1"/>
              <a:t>攻めと守りの読み合い</a:t>
            </a:r>
            <a:endParaRPr dirty="0"/>
          </a:p>
          <a:p>
            <a:pPr lvl="1"/>
            <a:r>
              <a:rPr dirty="0" err="1"/>
              <a:t>攻撃アイテムを拾いに動く</a:t>
            </a:r>
            <a:r>
              <a:rPr dirty="0"/>
              <a:t> ⇔ </a:t>
            </a:r>
            <a:r>
              <a:rPr dirty="0" err="1"/>
              <a:t>自陣のブロック処理を優先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F54DC3-1E45-B404-0457-D80E632D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こだわり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41BCA6-7DCE-7AA7-259F-30E85FAFD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ヒットストップとカメラシェイク</a:t>
            </a:r>
            <a:endParaRPr kumimoji="1" lang="en-US" altLang="ja-JP" dirty="0"/>
          </a:p>
          <a:p>
            <a:r>
              <a:rPr dirty="0" err="1"/>
              <a:t>ブルーム効果、色収差（Global</a:t>
            </a:r>
            <a:r>
              <a:rPr dirty="0"/>
              <a:t> Volume）</a:t>
            </a:r>
          </a:p>
          <a:p>
            <a:r>
              <a:rPr dirty="0" err="1"/>
              <a:t>音あり（jsfxr</a:t>
            </a:r>
            <a:r>
              <a:rPr dirty="0"/>
              <a:t>）</a:t>
            </a:r>
          </a:p>
          <a:p>
            <a:r>
              <a:rPr dirty="0" err="1"/>
              <a:t>いい感じのUIあり</a:t>
            </a:r>
            <a:endParaRPr lang="en-US" dirty="0"/>
          </a:p>
          <a:p>
            <a:pPr lvl="1"/>
            <a:r>
              <a:rPr lang="ja-JP" altLang="en-US"/>
              <a:t>ブルーム効果、アイコン、軌道予想</a:t>
            </a:r>
            <a:endParaRPr dirty="0"/>
          </a:p>
          <a:p>
            <a:r>
              <a:rPr dirty="0"/>
              <a:t>中身は3Dだけど、見た目は2D（Orthographic）（二度手間）</a:t>
            </a:r>
          </a:p>
          <a:p>
            <a:r>
              <a:rPr dirty="0" err="1"/>
              <a:t>多彩なスキル、ブロック、アイテム</a:t>
            </a:r>
            <a:endParaRPr dirty="0"/>
          </a:p>
          <a:p>
            <a:r>
              <a:rPr dirty="0" err="1"/>
              <a:t>いい感じのバランス（ハイテンポ重視・デッドラインを上げて耐久戦回避</a:t>
            </a:r>
            <a:r>
              <a:rPr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77275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D62698-88BF-DA71-8F38-3990CC7E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コンセプト</a:t>
            </a:r>
            <a:endParaRPr kumimoji="1" lang="ja-JP" altLang="en-US" b="1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2EF9AE-B58B-509D-83CC-131A889AE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二人対戦</a:t>
            </a:r>
            <a:endParaRPr kumimoji="1" lang="en-US" altLang="ja-JP" dirty="0"/>
          </a:p>
          <a:p>
            <a:r>
              <a:rPr lang="ja-JP" altLang="en-US"/>
              <a:t>ブロック崩しの基本はそのまま</a:t>
            </a:r>
            <a:endParaRPr lang="en-US" altLang="ja-JP" dirty="0"/>
          </a:p>
          <a:p>
            <a:pPr lvl="1"/>
            <a:r>
              <a:rPr lang="ja-JP" altLang="en-US"/>
              <a:t>上手にたくさん壊した人が偉い</a:t>
            </a:r>
            <a:endParaRPr lang="en-US" altLang="ja-JP" dirty="0"/>
          </a:p>
          <a:p>
            <a:pPr lvl="1"/>
            <a:r>
              <a:rPr lang="ja-JP" altLang="en-US"/>
              <a:t>ボールを落とさなかった人が偉い</a:t>
            </a:r>
            <a:endParaRPr lang="en-US" altLang="ja-JP" dirty="0"/>
          </a:p>
          <a:p>
            <a:r>
              <a:rPr kumimoji="1" lang="ja-JP" altLang="en-US"/>
              <a:t>耐久戦を避ける、アグレッシブに</a:t>
            </a:r>
          </a:p>
        </p:txBody>
      </p:sp>
    </p:spTree>
    <p:extLst>
      <p:ext uri="{BB962C8B-B14F-4D97-AF65-F5344CB8AC3E}">
        <p14:creationId xmlns:p14="http://schemas.microsoft.com/office/powerpoint/2010/main" val="183488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406B2C-45AE-9420-038D-0EB9276CE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仕様を決める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FB9E7D-E1DE-6CEB-4F0E-809166115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6947"/>
            <a:ext cx="10515600" cy="4755928"/>
          </a:xfrm>
        </p:spPr>
        <p:txBody>
          <a:bodyPr>
            <a:normAutofit/>
          </a:bodyPr>
          <a:lstStyle/>
          <a:p>
            <a:r>
              <a:rPr lang="ja-JP" altLang="en-US"/>
              <a:t>ブロックを崩しながら、相手の盤面を荒らす</a:t>
            </a:r>
            <a:endParaRPr lang="en-US" altLang="ja-JP" dirty="0"/>
          </a:p>
          <a:p>
            <a:r>
              <a:rPr lang="en-US" altLang="ja-JP" dirty="0"/>
              <a:t>HP</a:t>
            </a:r>
            <a:r>
              <a:rPr lang="ja-JP" altLang="en-US"/>
              <a:t>制。残機制は対戦の意味が無い</a:t>
            </a:r>
            <a:endParaRPr lang="en-US" altLang="ja-JP" dirty="0"/>
          </a:p>
          <a:p>
            <a:r>
              <a:rPr lang="ja-JP" altLang="en-US"/>
              <a:t>ブロックが一定のラインを超えたらダメージ</a:t>
            </a:r>
            <a:endParaRPr lang="en-US" altLang="ja-JP" dirty="0"/>
          </a:p>
          <a:p>
            <a:r>
              <a:rPr lang="ja-JP" altLang="en-US"/>
              <a:t>ブロックからアイテムをドロップさせる</a:t>
            </a:r>
            <a:endParaRPr lang="en-US" altLang="ja-JP" dirty="0"/>
          </a:p>
          <a:p>
            <a:r>
              <a:rPr lang="ja-JP" altLang="en-US"/>
              <a:t>ボールに効果を付ける</a:t>
            </a:r>
            <a:endParaRPr lang="en-US" altLang="ja-JP" dirty="0"/>
          </a:p>
          <a:p>
            <a:r>
              <a:rPr lang="ja-JP" altLang="en-US"/>
              <a:t>メトロノーム式発射</a:t>
            </a:r>
            <a:endParaRPr lang="en-US" altLang="ja-JP" dirty="0"/>
          </a:p>
          <a:p>
            <a:r>
              <a:rPr lang="ja-JP" altLang="en-US"/>
              <a:t>ボールはリスポーン無限</a:t>
            </a:r>
            <a:endParaRPr lang="en-US" altLang="ja-JP" dirty="0"/>
          </a:p>
          <a:p>
            <a:r>
              <a:rPr lang="ja-JP" altLang="en-US"/>
              <a:t>スキル、コンボ（ボールを長時間保持）</a:t>
            </a:r>
            <a:endParaRPr lang="en-US" altLang="ja-JP" dirty="0"/>
          </a:p>
          <a:p>
            <a:r>
              <a:rPr lang="ja-JP" altLang="en-US"/>
              <a:t>試合が長引くほどブロックの湧きと落下を加速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62943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6B853-E760-A92E-4566-4BDDC390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仕様書を書く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99EC1B-3F29-D654-3762-1E8BA6533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kumimoji="1" lang="ja-JP" altLang="en-US"/>
              <a:t>考えていることを音声入力で文字にする</a:t>
            </a:r>
            <a:endParaRPr kumimoji="1" lang="en-US" altLang="ja-JP" dirty="0"/>
          </a:p>
          <a:p>
            <a:r>
              <a:rPr lang="en-US" altLang="ja-JP" dirty="0"/>
              <a:t>AI</a:t>
            </a:r>
            <a:r>
              <a:rPr lang="ja-JP" altLang="en-US"/>
              <a:t>に渡して、</a:t>
            </a:r>
            <a:r>
              <a:rPr lang="en-US" altLang="ja-JP" dirty="0"/>
              <a:t>Markdown</a:t>
            </a:r>
            <a:r>
              <a:rPr lang="ja-JP" altLang="en-US"/>
              <a:t>形式に整えてもらう</a:t>
            </a:r>
            <a:endParaRPr lang="en-US" altLang="ja-JP" dirty="0"/>
          </a:p>
          <a:p>
            <a:r>
              <a:rPr lang="ja-JP" altLang="en-US"/>
              <a:t>自分が迷わないように。</a:t>
            </a:r>
            <a:r>
              <a:rPr lang="en-US" altLang="ja-JP" dirty="0"/>
              <a:t>AI</a:t>
            </a:r>
            <a:r>
              <a:rPr lang="ja-JP" altLang="en-US"/>
              <a:t>のハルシネーション防止。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69FECFC-6948-48B2-5F6F-AC0820D74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32" y="3429000"/>
            <a:ext cx="10772335" cy="314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CCF238-A05D-4DED-3D7E-538C643E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開発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E61B470-30AD-8D43-7FBC-8E4D91C2D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Claude </a:t>
            </a:r>
            <a:r>
              <a:rPr dirty="0" err="1"/>
              <a:t>CodeのLearning</a:t>
            </a:r>
            <a:r>
              <a:rPr dirty="0"/>
              <a:t> </a:t>
            </a:r>
            <a:r>
              <a:rPr dirty="0" err="1"/>
              <a:t>モード（一緒に手を動かして学ぶ</a:t>
            </a:r>
            <a:r>
              <a:rPr dirty="0"/>
              <a:t>）</a:t>
            </a:r>
            <a:endParaRPr lang="en-US" dirty="0"/>
          </a:p>
          <a:p>
            <a:r>
              <a:rPr lang="ja-JP" altLang="en-US"/>
              <a:t>仕様駆動開発</a:t>
            </a:r>
            <a:endParaRPr lang="en-US" altLang="ja-JP" dirty="0"/>
          </a:p>
          <a:p>
            <a:r>
              <a:rPr dirty="0" err="1"/>
              <a:t>MCPも便利だったけど限界がある</a:t>
            </a:r>
            <a:endParaRPr dirty="0"/>
          </a:p>
          <a:p>
            <a:r>
              <a:rPr dirty="0"/>
              <a:t>Sonnet</a:t>
            </a:r>
            <a:r>
              <a:rPr lang="en-US" dirty="0"/>
              <a:t>4.6</a:t>
            </a:r>
            <a:r>
              <a:rPr dirty="0"/>
              <a:t>はコンテキストが小さい</a:t>
            </a:r>
            <a:r>
              <a:rPr lang="en-US" dirty="0"/>
              <a:t>(</a:t>
            </a:r>
            <a:r>
              <a:rPr lang="en-US" dirty="0" err="1"/>
              <a:t>ctk</a:t>
            </a:r>
            <a:r>
              <a:rPr lang="en-US" dirty="0"/>
              <a:t>: 256k)</a:t>
            </a:r>
            <a:r>
              <a:rPr dirty="0"/>
              <a:t> → </a:t>
            </a:r>
            <a:r>
              <a:rPr dirty="0" err="1"/>
              <a:t>圧縮多発</a:t>
            </a:r>
            <a:endParaRPr dirty="0"/>
          </a:p>
          <a:p>
            <a:pPr lvl="1"/>
            <a:r>
              <a:rPr lang="ja-JP" altLang="en-US"/>
              <a:t>むしろ</a:t>
            </a:r>
            <a:r>
              <a:rPr lang="en-US" altLang="ja-JP" dirty="0"/>
              <a:t>Opus4.8(</a:t>
            </a:r>
            <a:r>
              <a:rPr lang="en-US" altLang="ja-JP" dirty="0" err="1"/>
              <a:t>ctk</a:t>
            </a:r>
            <a:r>
              <a:rPr lang="en-US" altLang="ja-JP" dirty="0"/>
              <a:t>: 1M)</a:t>
            </a:r>
            <a:r>
              <a:rPr lang="ja-JP" altLang="en-US"/>
              <a:t>の方が</a:t>
            </a:r>
            <a:r>
              <a:rPr lang="en-US" altLang="ja-JP" dirty="0"/>
              <a:t>Usage</a:t>
            </a:r>
            <a:r>
              <a:rPr lang="ja-JP" altLang="en-US"/>
              <a:t>消費しない</a:t>
            </a:r>
            <a:endParaRPr lang="en-US" altLang="ja-JP" dirty="0"/>
          </a:p>
          <a:p>
            <a:pPr lvl="1"/>
            <a:r>
              <a:rPr lang="ja-JP" altLang="en-US"/>
              <a:t>ついでに賢い</a:t>
            </a:r>
            <a:endParaRPr dirty="0"/>
          </a:p>
          <a:p>
            <a:r>
              <a:rPr dirty="0"/>
              <a:t>GitHub </a:t>
            </a:r>
            <a:r>
              <a:rPr dirty="0" err="1"/>
              <a:t>の活用</a:t>
            </a:r>
            <a:endParaRPr lang="en-US" dirty="0"/>
          </a:p>
          <a:p>
            <a:pPr lvl="1"/>
            <a:r>
              <a:rPr lang="ja-JP" altLang="en-US"/>
              <a:t>家のパソコンと大学用ノートパソコンで共有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3284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61515" y="540134"/>
            <a:ext cx="428194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rPr sz="3600" dirty="0" err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開発初期</a:t>
            </a:r>
            <a:r>
              <a:rPr sz="36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 → </a:t>
            </a:r>
            <a:r>
              <a:rPr sz="3600" dirty="0" err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完成版</a:t>
            </a:r>
            <a:endParaRPr sz="3600" dirty="0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4860"/>
            <a:ext cx="5394960" cy="30339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924860"/>
            <a:ext cx="5394960" cy="3008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7427" y="5050264"/>
            <a:ext cx="28745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 dirty="0" err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Before（プロトタイプ</a:t>
            </a:r>
            <a:r>
              <a:rPr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3456" y="5024580"/>
            <a:ext cx="19816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 dirty="0" err="1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After（完成版</a:t>
            </a:r>
            <a:r>
              <a:rPr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0F790C-015C-B25D-A4BC-A78EA391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UI</a:t>
            </a:r>
            <a:r>
              <a:rPr kumimoji="1" lang="ja-JP" altLang="en-US" b="1"/>
              <a:t>要素の用意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23CDB-14A5-4059-0E12-307A76B1C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kumimoji="1" lang="ja-JP" altLang="en-US"/>
              <a:t>フォントは</a:t>
            </a:r>
            <a:r>
              <a:rPr kumimoji="1" lang="en-US" altLang="ja-JP" dirty="0"/>
              <a:t>Google Fonts</a:t>
            </a:r>
            <a:r>
              <a:rPr kumimoji="1" lang="ja-JP" altLang="en-US"/>
              <a:t>から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Unity</a:t>
            </a:r>
            <a:r>
              <a:rPr kumimoji="1" lang="ja-JP" altLang="en-US"/>
              <a:t>の</a:t>
            </a:r>
            <a:r>
              <a:rPr kumimoji="1" lang="en-US" altLang="ja-JP" dirty="0"/>
              <a:t>Font Asset Creator</a:t>
            </a:r>
            <a:r>
              <a:rPr kumimoji="1" lang="ja-JP" altLang="en-US"/>
              <a:t>で</a:t>
            </a:r>
            <a:r>
              <a:rPr kumimoji="1" lang="en-US" altLang="ja-JP" dirty="0"/>
              <a:t>SDF</a:t>
            </a:r>
            <a:r>
              <a:rPr kumimoji="1" lang="ja-JP" altLang="en-US"/>
              <a:t>フォントを作成</a:t>
            </a:r>
            <a:endParaRPr kumimoji="1" lang="en-US" altLang="ja-JP" dirty="0"/>
          </a:p>
          <a:p>
            <a:r>
              <a:rPr kumimoji="1" lang="en-US" altLang="ja-JP" dirty="0"/>
              <a:t>Figma</a:t>
            </a:r>
            <a:r>
              <a:rPr kumimoji="1" lang="ja-JP" altLang="en-US"/>
              <a:t>が</a:t>
            </a:r>
            <a:r>
              <a:rPr lang="ja-JP" altLang="en-US"/>
              <a:t>便利（学割あり</a:t>
            </a:r>
            <a:r>
              <a:rPr kumimoji="1" lang="ja-JP" altLang="en-US"/>
              <a:t>）</a:t>
            </a:r>
            <a:endParaRPr kumimoji="1" lang="en-US" altLang="ja-JP" dirty="0"/>
          </a:p>
          <a:p>
            <a:r>
              <a:rPr lang="en-US" altLang="ja-JP" dirty="0"/>
              <a:t>Auto Layout</a:t>
            </a:r>
            <a:r>
              <a:rPr lang="ja-JP" altLang="en-US"/>
              <a:t>を活用して、対戦画面の</a:t>
            </a:r>
            <a:r>
              <a:rPr lang="en-US" altLang="ja-JP" dirty="0"/>
              <a:t>UI</a:t>
            </a:r>
            <a:r>
              <a:rPr lang="ja-JP" altLang="en-US"/>
              <a:t>を作る</a:t>
            </a:r>
            <a:endParaRPr lang="en-US" altLang="ja-JP" dirty="0"/>
          </a:p>
          <a:p>
            <a:r>
              <a:rPr kumimoji="1" lang="ja-JP" altLang="en-US"/>
              <a:t>細々としたコンポーネントを書き出す</a:t>
            </a:r>
            <a:endParaRPr kumimoji="1" lang="en-US" altLang="ja-JP" dirty="0"/>
          </a:p>
          <a:p>
            <a:r>
              <a:rPr kumimoji="1" lang="ja-JP" altLang="en-US"/>
              <a:t>アイテム、スキルアイコンのデザイン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/>
              <a:t>白色で出力しておくと、</a:t>
            </a:r>
            <a:r>
              <a:rPr kumimoji="1" lang="en-US" altLang="ja-JP" dirty="0"/>
              <a:t>Unity</a:t>
            </a:r>
            <a:r>
              <a:rPr kumimoji="1" lang="ja-JP" altLang="en-US"/>
              <a:t>側で色が変えられて便利</a:t>
            </a:r>
            <a:endParaRPr kumimoji="1" lang="en-US" altLang="ja-JP" dirty="0"/>
          </a:p>
          <a:p>
            <a:r>
              <a:rPr kumimoji="1" lang="en-US" altLang="ja-JP" dirty="0"/>
              <a:t>9 Sliced</a:t>
            </a:r>
            <a:r>
              <a:rPr kumimoji="1" lang="ja-JP" altLang="en-US"/>
              <a:t>や</a:t>
            </a:r>
            <a:r>
              <a:rPr kumimoji="1" lang="en-US" altLang="ja-JP" dirty="0"/>
              <a:t>Filled</a:t>
            </a:r>
            <a:r>
              <a:rPr kumimoji="1" lang="ja-JP" altLang="en-US"/>
              <a:t>を想定した素材制作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45391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83CF17D-8789-27C4-4999-40BFF6C16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04" y="3555491"/>
            <a:ext cx="2937566" cy="308744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A33D2B4-0944-9548-56DC-6C643CE25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25" y="535610"/>
            <a:ext cx="4898815" cy="265816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7710941-B09D-6793-8252-019659D61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691" y="3054073"/>
            <a:ext cx="6134100" cy="3683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93074D2-1D00-0D1D-3058-75198C695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745434"/>
            <a:ext cx="2053811" cy="2025677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25298A8-C3D7-9AF0-A724-3FF4A8E935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845" y="340634"/>
            <a:ext cx="2567130" cy="243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78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FB156-C3ED-056B-01BA-73FFFAA09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112460A-CE51-AA38-8BEA-FD151AC65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74" y="-15660"/>
            <a:ext cx="12364278" cy="688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07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32B5A-9C86-7E6F-EEA6-C133BBA6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DA9551C-EC74-088F-E69C-73D3B2970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403" y="-53009"/>
            <a:ext cx="12470806" cy="696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99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43C445-3F1A-7042-CB4C-CBC365AC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演出効果の追加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E5B09E-4D14-DD73-DF87-823B42B79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28068"/>
          </a:xfrm>
        </p:spPr>
        <p:txBody>
          <a:bodyPr>
            <a:normAutofit/>
          </a:bodyPr>
          <a:lstStyle/>
          <a:p>
            <a:r>
              <a:rPr kumimoji="1" lang="ja-JP" altLang="en-US"/>
              <a:t>枠を光らせる</a:t>
            </a:r>
            <a:endParaRPr kumimoji="1" lang="en-US" altLang="ja-JP" dirty="0"/>
          </a:p>
          <a:p>
            <a:pPr lvl="1"/>
            <a:r>
              <a:rPr lang="en-US" altLang="ja-JP" dirty="0"/>
              <a:t>Global Volume</a:t>
            </a:r>
            <a:r>
              <a:rPr lang="ja-JP" altLang="en-US"/>
              <a:t>に</a:t>
            </a:r>
            <a:r>
              <a:rPr lang="en-US" altLang="ja-JP" dirty="0"/>
              <a:t>Bloom</a:t>
            </a:r>
            <a:r>
              <a:rPr lang="ja-JP" altLang="en-US"/>
              <a:t>効果を追加する</a:t>
            </a:r>
            <a:endParaRPr lang="en-US" altLang="ja-JP" dirty="0"/>
          </a:p>
          <a:p>
            <a:pPr lvl="1"/>
            <a:r>
              <a:rPr kumimoji="1" lang="en-US" altLang="ja-JP" dirty="0"/>
              <a:t>HDR</a:t>
            </a:r>
            <a:r>
              <a:rPr kumimoji="1" lang="ja-JP" altLang="en-US"/>
              <a:t>対応のシェーダーを作成する</a:t>
            </a:r>
            <a:endParaRPr kumimoji="1" lang="en-US" altLang="ja-JP" dirty="0"/>
          </a:p>
          <a:p>
            <a:r>
              <a:rPr lang="ja-JP" altLang="en-US"/>
              <a:t>手応えを増やす</a:t>
            </a:r>
            <a:endParaRPr lang="en-US" altLang="ja-JP" dirty="0"/>
          </a:p>
          <a:p>
            <a:pPr lvl="1"/>
            <a:r>
              <a:rPr kumimoji="1" lang="ja-JP" altLang="en-US"/>
              <a:t>ヒットストップ</a:t>
            </a:r>
            <a:endParaRPr kumimoji="1" lang="en-US" altLang="ja-JP" dirty="0"/>
          </a:p>
          <a:p>
            <a:pPr lvl="2"/>
            <a:r>
              <a:rPr lang="ja-JP" altLang="en-US"/>
              <a:t>高ダメージだったり、爆発だったりで止める</a:t>
            </a:r>
            <a:endParaRPr lang="en-US" altLang="ja-JP" dirty="0"/>
          </a:p>
          <a:p>
            <a:pPr lvl="2"/>
            <a:r>
              <a:rPr kumimoji="1" lang="en-US" altLang="ja-JP" dirty="0"/>
              <a:t>Freeze(</a:t>
            </a:r>
            <a:r>
              <a:rPr lang="en-US" altLang="ja-JP" dirty="0"/>
              <a:t> </a:t>
            </a:r>
            <a:r>
              <a:rPr kumimoji="1" lang="en-US" altLang="ja-JP" dirty="0"/>
              <a:t>)</a:t>
            </a:r>
            <a:r>
              <a:rPr kumimoji="1" lang="ja-JP" altLang="en-US"/>
              <a:t>と</a:t>
            </a:r>
            <a:r>
              <a:rPr kumimoji="1" lang="en-US" altLang="ja-JP" dirty="0"/>
              <a:t>Unfreeze( )</a:t>
            </a:r>
            <a:r>
              <a:rPr kumimoji="1" lang="ja-JP" altLang="en-US"/>
              <a:t>を定義した</a:t>
            </a:r>
            <a:r>
              <a:rPr kumimoji="1" lang="en-US" altLang="ja-JP" dirty="0"/>
              <a:t>interface</a:t>
            </a:r>
            <a:r>
              <a:rPr kumimoji="1" lang="ja-JP" altLang="en-US"/>
              <a:t>を止めたいものに実装させる</a:t>
            </a:r>
            <a:endParaRPr kumimoji="1" lang="en-US" altLang="ja-JP" dirty="0"/>
          </a:p>
          <a:p>
            <a:pPr lvl="2"/>
            <a:r>
              <a:rPr kumimoji="1" lang="en-US" altLang="ja-JP" dirty="0" err="1"/>
              <a:t>Time.timeScale</a:t>
            </a:r>
            <a:r>
              <a:rPr kumimoji="1" lang="ja-JP" altLang="en-US"/>
              <a:t>は使わない</a:t>
            </a:r>
            <a:endParaRPr lang="en-US" altLang="ja-JP" dirty="0"/>
          </a:p>
          <a:p>
            <a:pPr lvl="1"/>
            <a:r>
              <a:rPr kumimoji="1" lang="ja-JP" altLang="en-US"/>
              <a:t>カメラシェイク</a:t>
            </a:r>
            <a:endParaRPr kumimoji="1" lang="en-US" altLang="ja-JP" dirty="0"/>
          </a:p>
          <a:p>
            <a:pPr lvl="2"/>
            <a:r>
              <a:rPr lang="ja-JP" altLang="en-US"/>
              <a:t>左右を別々に揺らしたいので、それぞれのアリーナの座標を揺らす（強引）</a:t>
            </a:r>
            <a:endParaRPr lang="en-US" altLang="ja-JP" dirty="0"/>
          </a:p>
          <a:p>
            <a:r>
              <a:rPr lang="ja-JP" altLang="en-US"/>
              <a:t>トレイルを追加</a:t>
            </a:r>
            <a:endParaRPr lang="en-US" altLang="ja-JP" dirty="0"/>
          </a:p>
          <a:p>
            <a:r>
              <a:rPr lang="en-US" altLang="ja-JP" dirty="0"/>
              <a:t>Kawase Blur</a:t>
            </a:r>
          </a:p>
        </p:txBody>
      </p:sp>
    </p:spTree>
    <p:extLst>
      <p:ext uri="{BB962C8B-B14F-4D97-AF65-F5344CB8AC3E}">
        <p14:creationId xmlns:p14="http://schemas.microsoft.com/office/powerpoint/2010/main" val="331557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D045E2-B371-25BA-D1C3-D0F39A2F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86764E-31EC-C716-5868-6E7BE0E61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C#</a:t>
            </a:r>
            <a:r>
              <a:rPr kumimoji="1" lang="ja-JP" altLang="en-US"/>
              <a:t>が難しすぎる。読めるけど書けない</a:t>
            </a:r>
            <a:endParaRPr kumimoji="1" lang="en-US" altLang="ja-JP" dirty="0"/>
          </a:p>
          <a:p>
            <a:r>
              <a:rPr kumimoji="1" lang="ja-JP" altLang="en-US"/>
              <a:t>自分のイメージを形にしていくのは楽しい</a:t>
            </a:r>
            <a:endParaRPr kumimoji="1" lang="en-US" altLang="ja-JP" dirty="0"/>
          </a:p>
          <a:p>
            <a:r>
              <a:rPr lang="ja-JP" altLang="en-US"/>
              <a:t>夜更かししがち</a:t>
            </a:r>
            <a:endParaRPr lang="en-US" altLang="ja-JP" dirty="0"/>
          </a:p>
          <a:p>
            <a:r>
              <a:rPr kumimoji="1" lang="ja-JP" altLang="en-US"/>
              <a:t>コミット積み重なりがち（</a:t>
            </a:r>
            <a:r>
              <a:rPr kumimoji="1" lang="en-US" altLang="ja-JP" dirty="0"/>
              <a:t>184</a:t>
            </a:r>
            <a:r>
              <a:rPr kumimoji="1" lang="ja-JP" altLang="en-US"/>
              <a:t>コミット）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961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503</Words>
  <Application>Microsoft Macintosh PowerPoint</Application>
  <PresentationFormat>ワイド画面</PresentationFormat>
  <Paragraphs>93</Paragraphs>
  <Slides>16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Hiragino Kaku Gothic ProN W3</vt:lpstr>
      <vt:lpstr>游ゴシック</vt:lpstr>
      <vt:lpstr>Arial</vt:lpstr>
      <vt:lpstr>Office テーマ</vt:lpstr>
      <vt:lpstr>ブロック崩しの改造</vt:lpstr>
      <vt:lpstr>ゲーム紹介</vt:lpstr>
      <vt:lpstr>PowerPoint プレゼンテーション</vt:lpstr>
      <vt:lpstr>対戦の駆け引き ―「速く崩す」だけでは勝てない</vt:lpstr>
      <vt:lpstr>こだわり</vt:lpstr>
      <vt:lpstr>コンセプト</vt:lpstr>
      <vt:lpstr>仕様を決める</vt:lpstr>
      <vt:lpstr>仕様書を書く</vt:lpstr>
      <vt:lpstr>開発</vt:lpstr>
      <vt:lpstr>PowerPoint プレゼンテーション</vt:lpstr>
      <vt:lpstr>UI要素の用意</vt:lpstr>
      <vt:lpstr>PowerPoint プレゼンテーション</vt:lpstr>
      <vt:lpstr>PowerPoint プレゼンテーション</vt:lpstr>
      <vt:lpstr>PowerPoint プレゼンテーション</vt:lpstr>
      <vt:lpstr>演出効果の追加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板谷越 湊</dc:creator>
  <cp:lastModifiedBy>板谷越 湊</cp:lastModifiedBy>
  <cp:revision>5</cp:revision>
  <dcterms:created xsi:type="dcterms:W3CDTF">2026-06-11T16:58:06Z</dcterms:created>
  <dcterms:modified xsi:type="dcterms:W3CDTF">2026-06-11T19:01:12Z</dcterms:modified>
</cp:coreProperties>
</file>